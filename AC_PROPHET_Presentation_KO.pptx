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Malgun Gothic"/>
              </a:defRPr>
            </a:pPr>
            <a:r>
              <a:t>AC PROPHET</a:t>
            </a:r>
          </a:p>
          <a:p>
            <a:pPr>
              <a:spcBef>
                <a:spcPts val="1200"/>
              </a:spcBef>
              <a:defRPr sz="2000">
                <a:solidFill>
                  <a:srgbClr val="1E51A4"/>
                </a:solidFill>
                <a:latin typeface="Malgun Gothic"/>
              </a:defRPr>
            </a:pPr>
            <a:r>
              <a:t>삼성 HVAC 마르마라 서비스 배정 및 용량 최적화 시스템</a:t>
            </a:r>
          </a:p>
          <a:p>
            <a:pPr>
              <a:spcBef>
                <a:spcPts val="4500"/>
              </a:spcBef>
              <a:defRPr sz="1200">
                <a:solidFill>
                  <a:srgbClr val="A0AEC0"/>
                </a:solidFill>
                <a:latin typeface="Malgun Gothic"/>
              </a:defRPr>
            </a:pPr>
            <a:r>
              <a:t>Samsung HVAC Decision Support Dashboard | 삼성 HVAC 비즈니스 운영 및 AI 에이전트 그룹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Malgun Gothic"/>
              </a:defRPr>
            </a:pPr>
            <a:r>
              <a:t>1. 도입 및 비전 (Executive Summary)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성수기 운영 통제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여름철 성수기 동안 극심하게 팽창하는 HVAC 수리 설치 수요를 선제 관리합니다.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기온 상승과 서비스 접수량의 상관관계를 실시간으로 자동 연산합니다.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지능형 에이전트 시스템을 적용하여 수동 배정 방식을 고도 자동화합니다.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멀티 에이전트 의사결정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작업 분담 및 한도 조율을 주도하는 3개의 특화 에이전트로 구성됩니다.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처리 지연으로 남은 잔여 작업(Carryover)의 일차별 누적 모델을 완벽히 모사합니다.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Malgun Gothic"/>
              </a:defRPr>
            </a:pPr>
            <a:r>
              <a:t>2. 멀티 에이전트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예측 에이전트 (Forecaster)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7일간의 기온 예보 정보와 과거 누적 수주 트렌드를 융합합니다.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센터별 일차별 신규 배정 물량과 다음 날로 이월되는 대기 물량을 정밀 추론합니다.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감시 및 사령 에이전트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감시 에이전트(Watchdog)는 대기 시간을 계산하고 구역별 3단계 경보를 발령합니다.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사령 에이전트(Commander)는 대기 4일 초과 위기 지점에 대해 지원 배치 명령을 생성합니다.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Malgun Gothic"/>
              </a:defRPr>
            </a:pPr>
            <a:r>
              <a:t>3. Operations Dashboard (운영 대시보드)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기상 및 동적 리스크 맵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마르마라 광역 도시별 7일 평균 기상 통계 그래프를 시각화합니다.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예상 지연율에 기초하여 각 군/구를 녹색, 황색, 적색으로 매핑합니다.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재생 애니메이션을 가동하여 7일간의 백로그 증감 과정을 한눈에 확인합니다.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사령 전술 보고서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사령 에이전트가 발행한 지시사항이 하단 전술창에 실시간 바인딩됩니다.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Malgun Gothic"/>
              </a:defRPr>
            </a:pPr>
            <a:r>
              <a:t>4. 데이터 관리 (Data Management)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수동 및 대량 통합 파이프라인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신규 배정, 취소 및 처리 지표를 입력하면 대기 수량을 자동 파싱합니다.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업로더 프레임을 통해 대량의 엑셀 데이터셋을 고속 병합합니다.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인터랙티브 Data Fixer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과거 적재된 전체 이력을 브라우저에서 즉시 타이핑 수정하여 반영합니다.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Malgun Gothic"/>
              </a:defRPr>
            </a:pPr>
            <a:r>
              <a:t>5. 관리자 탭 및 Service District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서비스 용량 세팅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서비스 지점별 가동 차량 수량과 일일 한도 처릿수를 정밀 제어합니다.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구역 매핑 (Service District Mapping)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행정 구역에 매칭될 서비스 코드를 브라우저 화면에서 직관적으로 수정합니다.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저장 시 자동으로 백그라운드의 매핑 설정 엑셀을 저장하고 지도의 JSON을 재생성합니다.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Malgun Gothic"/>
              </a:defRPr>
            </a:pPr>
            <a:r>
              <a:t>6. 데이터 구조 및 시스템 파일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Jobsdata.xlsx &amp; ServiceList.xlsx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Jobsdata.xlsx는 지점별 역사적 누적 이력, 대기 잔량 및 완료 지표들을 저장합니다.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ServiceList.xlsx는 모든 지점의 기동 팀 수, 기초 완료 한도를 담고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매핑 마스터 파일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marmara_ilce_listesi.xlsx는 구역과 지점을 연계하는 마스터 데이터시트입니다.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service_district_map.json은 지도 시각화의 초고속 파싱을 지원하는 설정 파일입니다.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E36"/>
                </a:solidFill>
                <a:latin typeface="Malgun Gothic"/>
              </a:defRPr>
            </a:pPr>
            <a:r>
              <a:t>7. 클라우드 이관 및 Google Cloud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Google Cloud Run &amp; Docker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도커화된 앱을 Cloud Run 환경에 올려 서버리스 고속 호스팅을 개시합니다.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접속할 때만 자원을 소모하므로 운영비가 극적으로 절감되며 안전한 SSL이 탑재됩니다.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51A4"/>
                </a:solidFill>
                <a:latin typeface="Malgun Gothic"/>
              </a:defRPr>
            </a:pPr>
            <a:r>
              <a:t>Google Sheets API 연동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엑셀을 구글 실시간 E-Tablolar로 전환하여 실시간 협업 환경을 구축합니다.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4A5568"/>
                </a:solidFill>
                <a:latin typeface="Malgun Gothic"/>
              </a:rPr>
              <a:t>• 서버가 초기화되어도 절대로 유실되지 않는 확실한 보안 persistence 제공.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51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Malgun Gothic"/>
              </a:defRPr>
            </a:pPr>
            <a:r>
              <a:t>감사합니다!</a:t>
            </a:r>
          </a:p>
          <a:p>
            <a:pPr>
              <a:spcBef>
                <a:spcPts val="1600"/>
              </a:spcBef>
              <a:defRPr sz="1800">
                <a:solidFill>
                  <a:srgbClr val="1E51A4"/>
                </a:solidFill>
                <a:latin typeface="Malgun Gothic"/>
              </a:defRPr>
            </a:pPr>
            <a:r>
              <a:t>AC PROPHET - 안정적 운영 및 최적의 인력 자원 배치 모델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