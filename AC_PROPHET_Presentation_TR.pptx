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AC PROPHET</a:t>
            </a:r>
          </a:p>
          <a:p>
            <a:pPr>
              <a:spcBef>
                <a:spcPts val="1200"/>
              </a:spcBef>
              <a:defRPr sz="2000">
                <a:solidFill>
                  <a:srgbClr val="1E51A4"/>
                </a:solidFill>
                <a:latin typeface="Segoe UI"/>
              </a:defRPr>
            </a:pPr>
            <a:r>
              <a:t>Samsung HVAC Marmara Sevk ve Kapasite Optimizasyonu</a:t>
            </a:r>
          </a:p>
          <a:p>
            <a:pPr>
              <a:spcBef>
                <a:spcPts val="4500"/>
              </a:spcBef>
              <a:defRPr sz="1200">
                <a:solidFill>
                  <a:srgbClr val="A0AEC0"/>
                </a:solidFill>
                <a:latin typeface="Segoe UI"/>
              </a:defRPr>
            </a:pPr>
            <a:r>
              <a:t>Samsung HVAC Decision Support Dashboard | Samsung HVAC İş Geliştirme &amp; AI Ajan Grubu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1. Giriş ve Vizyon (Executive Summary)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Yüksek Sezon İhtiyaçları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Peak Season döneminde aşırı yükselen klima servis taleplerini kontrol altına almak.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Sıcaklık ve hava durumu değişimleriyle servis taleplerini anlık korele etmek.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Yapay zeka ile manuel sevk süreçlerini tamamen otomatikleştirmek.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Çoklu Ajan Karar Desteği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Hata payını en aza indiren 3 bağımsız uzman yapay zeka ajanı.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Eritilemeyen carryover (backlog) yükünün zincirleme bir sonraki güne devri.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2. Çoklu Ajan Mimarisi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Forecaster Agent (Tahmin)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Hava tahmin raporundaki sıcaklık artışları ve geçmiş iş yükü trendlerini birleştirir.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Her servis merkezi için 7 günlük yeni gelen ve sonraki güne sarkan iş tahminlerini üretir.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Watchdog &amp; Commander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Watchdog Agent tahmini iş yükünü servis kapasiteleriyle oranlayıp risk haritası çizer.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Commander Agent bekleme süresi 4 günü aşan kritik servisler için ekip sevk emirlerini hazırlar.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3. Operations Dashboard (Operasyon Paneli)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Hava Durumu &amp; Risk Haritası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Marmara Bölgesi illerinin 7 günlük sıcaklık tahminleri listelenir.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Risk Haritası ilçeleri bekleme süresine göre yeşil, sarı ve kırmızı boyar.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Oynat/Duraklat butonu ile günden güne değişimi canlı animasyon olarak gösterir.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Commander Emirleri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Ajanın o gün için ürettiği yazılı sevk ve ekip planı alt panelde görüntülenir.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4. Data Management (Veri Yönetimi)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Manuel ve Toplu Giriş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Seçilen tarih için servis bazlı iş verileri manuel tablo üzerinden girilir.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Excel şablonuna uygun toplu veri kütlesi sisteme tek seferde yüklenir.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Geçmiş Veri Düzenleyici (Data Fixer)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Excel tablosunun tamamı arayüzde listelenir. Hatalı geçmiş hücreler elle düzenlenip kaydedilir.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5. Admin &amp; Service District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Kapasite Yönetimi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Servis merkezlerinin aktif ekip sayısı ve ekip başına günlük iş tamamlama kapasitesi yönetilir.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İlçe Eşleşmeleri (Mapping)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Hangi ilçenin hangi servis merkezine bağlı olduğu interaktif tablodan atanır.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Yapılan değişiklikler 'Kaydet ve Uygula' denildiğinde anında haritaya yansır.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6. Veri Modeli ve Dosya Düzeni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Jobsdata.xlsx &amp; ServiceList.xlsx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Jobsdata.xlsx geçmiş iş yükü, tamamlanan işler ve backlog tarihçesini tutar.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ServiceList.xlsx servis tanımlı kapasite ve aktif ekip sayısı verilerini tutar.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İlçe Eşleşme Dosyaları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marmara_ilce_listesi.xlsx ilçe atama kodlarını tutan ana tablodur.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service_district_map.json hızlı harita render'ı için Excel'den derlenen dosyadır.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Segoe UI"/>
              </a:defRPr>
            </a:pPr>
            <a:r>
              <a:t>7. Buluta Taşıma ve Google Cloud Planı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Google Cloud Run &amp; Docker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Uygulamayı Dockerize ederek Cloud Run'da en düşük maliyetle barındırabiliriz.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Yalnızca kullanıldığında çalışan, SSL sertifikalı güvenli bulut yapısı.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Segoe UI"/>
              </a:defRPr>
            </a:pPr>
            <a:r>
              <a:t>Google Sheets API Entegrasyonu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Excel dosyalarını Google E-Tablolar'a bağlayarak çoklu veri girişine açma.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Segoe UI"/>
              </a:rPr>
              <a:t>• Sunucu çökmesi veya sıfırlanmasında kalıcı veri koruması.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1600"/>
              </a:spcBef>
              <a:defRPr sz="1800">
                <a:solidFill>
                  <a:srgbClr val="1E51A4"/>
                </a:solidFill>
                <a:latin typeface="Segoe UI"/>
              </a:defRPr>
            </a:pPr>
            <a:r>
              <a:t>AC PROPHET - Operational Stability &amp; Capacity Dispatch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