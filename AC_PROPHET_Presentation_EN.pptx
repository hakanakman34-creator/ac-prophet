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144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  <a:latin typeface="Segoe UI"/>
              </a:defRPr>
            </a:pPr>
            <a:r>
              <a:t>AC PROPHET</a:t>
            </a:r>
          </a:p>
          <a:p>
            <a:pPr>
              <a:spcBef>
                <a:spcPts val="1200"/>
              </a:spcBef>
              <a:defRPr sz="2000">
                <a:solidFill>
                  <a:srgbClr val="1E51A4"/>
                </a:solidFill>
                <a:latin typeface="Segoe UI"/>
              </a:defRPr>
            </a:pPr>
            <a:r>
              <a:t>Samsung HVAC Marmara Dispatch &amp; Capacity Optimization</a:t>
            </a:r>
          </a:p>
          <a:p>
            <a:pPr>
              <a:spcBef>
                <a:spcPts val="4500"/>
              </a:spcBef>
              <a:defRPr sz="1200">
                <a:solidFill>
                  <a:srgbClr val="A0AEC0"/>
                </a:solidFill>
                <a:latin typeface="Segoe UI"/>
              </a:defRPr>
            </a:pPr>
            <a:r>
              <a:t>Samsung HVAC Decision Support Dashboard | Samsung HVAC Business Development &amp; AI Agent Group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E36"/>
                </a:solidFill>
                <a:latin typeface="Segoe UI"/>
              </a:defRPr>
            </a:pPr>
            <a:r>
              <a:t>1. Introduction and Vision (Executive Summary)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Segoe UI"/>
              </a:defRPr>
            </a:pPr>
            <a:r>
              <a:t>Widescreen Dispatch Goals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Proactive control over extremely high HVAC service demands during summer peak seasons.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Correlating temperature spikes with incoming call rates in real-time.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Replacing manual planning with automated multi-agent AI systems.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Segoe UI"/>
              </a:defRPr>
            </a:pPr>
            <a:r>
              <a:t>AI Strategic Advantage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Three independent specialist agents negotiating capacity limits.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Accurate daily carryover accumulation models mapping real backlog flow.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E36"/>
                </a:solidFill>
                <a:latin typeface="Segoe UI"/>
              </a:defRPr>
            </a:pPr>
            <a:r>
              <a:t>2. Multi-Agent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Segoe UI"/>
              </a:defRPr>
            </a:pPr>
            <a:r>
              <a:t>Forecaster Agent (Forecast)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Merges 7-day weather predictions with historical request patterns.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Generates sifting carryover and new incoming workloads for each service center.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Segoe UI"/>
              </a:defRPr>
            </a:pPr>
            <a:r>
              <a:t>Watchdog &amp; Commander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Watchdog matches workload with daily limits and calculates district wait times.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Commander issues transfer orders when wait times exceed threshold (4 days).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E36"/>
                </a:solidFill>
                <a:latin typeface="Segoe UI"/>
              </a:defRPr>
            </a:pPr>
            <a:r>
              <a:t>3. Operations Dashboard Section Guide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Segoe UI"/>
              </a:defRPr>
            </a:pPr>
            <a:r>
              <a:t>Weather &amp; Dynamic Maps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Lists 7-day average temperatures for major Marmara cities.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Dynamic choropleth map plots district wait periods in Green, Yellow, and Red.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Interactive timeline playback animates backlog growth day by day.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Segoe UI"/>
              </a:defRPr>
            </a:pPr>
            <a:r>
              <a:t>Operational Action Plan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Written commander actions are displayed clearly at the bottom of the screen.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E36"/>
                </a:solidFill>
                <a:latin typeface="Segoe UI"/>
              </a:defRPr>
            </a:pPr>
            <a:r>
              <a:t>4. Data Management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Segoe UI"/>
              </a:defRPr>
            </a:pPr>
            <a:r>
              <a:t>Manual &amp; Bulk Pipelines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Add new daily records containing assigned, completed and sifting jobs.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Seamlessly append bulk data files via uploader template frames.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Segoe UI"/>
              </a:defRPr>
            </a:pPr>
            <a:r>
              <a:t>Interactive Data Fixer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Correct past historical logs directly using cell editors inside the browser tab.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E36"/>
                </a:solidFill>
                <a:latin typeface="Segoe UI"/>
              </a:defRPr>
            </a:pPr>
            <a:r>
              <a:t>5. Admin Tab &amp; Service District Mapping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Segoe UI"/>
              </a:defRPr>
            </a:pPr>
            <a:r>
              <a:t>Capacity Calibrator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Fine-tune active Team Quantities and daily completion capacities per ASC.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Segoe UI"/>
              </a:defRPr>
            </a:pPr>
            <a:r>
              <a:t>District Matrix Mapping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Assign districts to specific services directly within the screen grid.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Instantly regenerates the map visualizer configurations upon saving.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E36"/>
                </a:solidFill>
                <a:latin typeface="Segoe UI"/>
              </a:defRPr>
            </a:pPr>
            <a:r>
              <a:t>6. Data Model and File Register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Segoe UI"/>
              </a:defRPr>
            </a:pPr>
            <a:r>
              <a:t>Jobsdata.xlsx &amp; ServiceList.xlsx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Jobsdata.xlsx tracks histories, backlog sizes and resolve rates.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ServiceList.xlsx maintains active teams and baseline completion capacities.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Segoe UI"/>
              </a:defRPr>
            </a:pPr>
            <a:r>
              <a:t>Lookup Configurations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marmara_ilce_listesi.xlsx serves as the primary district mapping table.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service_district_map.json handles fast rendering mappings in the background.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E36"/>
                </a:solidFill>
                <a:latin typeface="Segoe UI"/>
              </a:defRPr>
            </a:pPr>
            <a:r>
              <a:t>7. Cloud Deployment &amp; GCP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Segoe UI"/>
              </a:defRPr>
            </a:pPr>
            <a:r>
              <a:t>Google Cloud Run &amp; Containers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Dockerize the application and run serverless at minimal operational cost.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Scales down to zero on idle; secure HTTPS SSL configurations.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280160"/>
            <a:ext cx="51206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63040"/>
            <a:ext cx="4846320" cy="4480560"/>
          </a:xfrm>
          <a:prstGeom prst="rect">
            <a:avLst/>
          </a:prstGeom>
          <a:noFill/>
        </p:spPr>
        <p:txBody>
          <a:bodyPr wrap="square" lIns="137160" rIns="137160" tIns="137160" bIns="13716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E51A4"/>
                </a:solidFill>
                <a:latin typeface="Segoe UI"/>
              </a:defRPr>
            </a:pPr>
            <a:r>
              <a:t>Live Google Sheets API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Migrate spreadsheet files to Google Drive to enable secure multi-user editing.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Segoe UI"/>
              </a:rPr>
              <a:t>• Complete protection against server crashes or local storage loss.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144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6400" b="1">
                <a:solidFill>
                  <a:srgbClr val="FFFFFF"/>
                </a:solidFill>
                <a:latin typeface="Segoe UI"/>
              </a:defRPr>
            </a:pPr>
            <a:r>
              <a:t>Thank You!</a:t>
            </a:r>
          </a:p>
          <a:p>
            <a:pPr>
              <a:spcBef>
                <a:spcPts val="1600"/>
              </a:spcBef>
              <a:defRPr sz="1800">
                <a:solidFill>
                  <a:srgbClr val="1E51A4"/>
                </a:solidFill>
                <a:latin typeface="Segoe UI"/>
              </a:defRPr>
            </a:pPr>
            <a:r>
              <a:t>AC PROPHET - Operational Stability &amp; Capacity Dispatch Model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